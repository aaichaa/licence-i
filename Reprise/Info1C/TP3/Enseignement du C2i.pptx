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D4E1A39-A552-472E-A359-68DB2635DE05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2BFC5-2E4E-4F88-82A2-78C859753685}" type="datetimeFigureOut">
              <a:rPr lang="fr-FR" smtClean="0"/>
              <a:t>25/11/2024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8001-8A9A-4F42-B454-111F7ED8F6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583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9F6B1-291B-438A-8995-B41311C1C050}" type="datetimeFigureOut">
              <a:rPr lang="fr-FR" smtClean="0"/>
              <a:t>25/11/2024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613D4-38F9-4046-B3BD-47538ED343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711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262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804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283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37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545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24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18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07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442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94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53998-5363-44B2-9B01-8F51E4A2D3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339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pPr algn="ctr"/>
            <a:r>
              <a:rPr lang="fr-FR" dirty="0" smtClean="0"/>
              <a:t>Enseignement du C2i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 algn="ctr">
              <a:buNone/>
            </a:pPr>
            <a:r>
              <a:rPr lang="fr-FR" dirty="0" smtClean="0"/>
              <a:t>Diallo </a:t>
            </a:r>
            <a:r>
              <a:rPr lang="fr-FR" dirty="0" err="1" smtClean="0"/>
              <a:t>Aissatou</a:t>
            </a:r>
            <a:r>
              <a:rPr lang="fr-FR" dirty="0" smtClean="0"/>
              <a:t> Bobo</a:t>
            </a:r>
          </a:p>
          <a:p>
            <a:pPr marL="0" indent="0" algn="ctr">
              <a:buNone/>
            </a:pPr>
            <a:r>
              <a:rPr lang="fr-FR" dirty="0" smtClean="0"/>
              <a:t>Année 2024-2025</a:t>
            </a:r>
            <a:endParaRPr lang="fr-FR" dirty="0"/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44020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pPr algn="ctr"/>
            <a:r>
              <a:rPr lang="fr-FR" dirty="0" smtClean="0"/>
              <a:t>Programme C2i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fr-FR" dirty="0" smtClean="0"/>
              <a:t>Traitement de texte</a:t>
            </a:r>
          </a:p>
          <a:p>
            <a:r>
              <a:rPr lang="fr-FR" dirty="0" smtClean="0"/>
              <a:t>Tableur-Grapheur</a:t>
            </a:r>
          </a:p>
          <a:p>
            <a:r>
              <a:rPr lang="fr-FR" dirty="0" smtClean="0"/>
              <a:t>Présentation Assistée par ordinateur</a:t>
            </a:r>
          </a:p>
          <a:p>
            <a:r>
              <a:rPr lang="fr-FR" dirty="0" smtClean="0"/>
              <a:t>Contenu WEB</a:t>
            </a:r>
          </a:p>
          <a:p>
            <a:endParaRPr lang="fr-FR" dirty="0" smtClean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55757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pPr algn="ctr"/>
            <a:r>
              <a:rPr lang="fr-FR" dirty="0" smtClean="0"/>
              <a:t>Traitement de texte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r>
              <a:rPr lang="fr-FR" dirty="0" smtClean="0"/>
              <a:t>Saisie du texte</a:t>
            </a:r>
          </a:p>
          <a:p>
            <a:r>
              <a:rPr lang="fr-FR" dirty="0" smtClean="0"/>
              <a:t>Mise en forme</a:t>
            </a:r>
          </a:p>
          <a:p>
            <a:r>
              <a:rPr lang="fr-FR" dirty="0" smtClean="0"/>
              <a:t>Créer des styles</a:t>
            </a:r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992875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pPr algn="ctr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Tableur Grapheur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/>
          <a:lstStyle/>
          <a:p>
            <a:r>
              <a:rPr lang="fr-FR" dirty="0" smtClean="0"/>
              <a:t>Réaliser des calculs</a:t>
            </a:r>
          </a:p>
          <a:p>
            <a:r>
              <a:rPr lang="fr-FR" dirty="0" smtClean="0"/>
              <a:t>Utiliser les fonctions</a:t>
            </a:r>
          </a:p>
          <a:p>
            <a:r>
              <a:rPr lang="fr-FR" dirty="0" smtClean="0"/>
              <a:t>Créer des </a:t>
            </a:r>
            <a:r>
              <a:rPr lang="fr-FR" dirty="0" err="1" smtClean="0"/>
              <a:t>graphoques</a:t>
            </a:r>
            <a:endParaRPr lang="fr-FR" dirty="0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1044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PréAO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Realiser</a:t>
            </a:r>
            <a:r>
              <a:rPr lang="fr-FR" dirty="0" smtClean="0"/>
              <a:t> des présentations </a:t>
            </a:r>
          </a:p>
          <a:p>
            <a:r>
              <a:rPr lang="fr-FR" dirty="0" smtClean="0"/>
              <a:t>Insérer des images</a:t>
            </a:r>
          </a:p>
          <a:p>
            <a:r>
              <a:rPr lang="fr-FR" dirty="0" smtClean="0"/>
              <a:t>Créer des liens</a:t>
            </a:r>
            <a:endParaRPr lang="fr-FR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1257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Contenu Web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Enregistrer au format html</a:t>
            </a:r>
          </a:p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Créer des liens hypertextes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25/11/2024</a:t>
            </a: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Nom Prénom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53998-5363-44B2-9B01-8F51E4A2D3A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4386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</TotalTime>
  <Words>87</Words>
  <Application>Microsoft Office PowerPoint</Application>
  <PresentationFormat>Grand écran</PresentationFormat>
  <Paragraphs>43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Enseignement du C2i</vt:lpstr>
      <vt:lpstr>Programme C2i</vt:lpstr>
      <vt:lpstr>Traitement de texte</vt:lpstr>
      <vt:lpstr>Tableur Grapheur</vt:lpstr>
      <vt:lpstr>PréAO</vt:lpstr>
      <vt:lpstr>Contenu Web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Enseignement du C2i</dc:title>
  <dc:creator>BOBO</dc:creator>
  <cp:lastModifiedBy>BOBO</cp:lastModifiedBy>
  <cp:revision>5</cp:revision>
  <dcterms:created xsi:type="dcterms:W3CDTF">2024-11-25T08:25:44Z</dcterms:created>
  <dcterms:modified xsi:type="dcterms:W3CDTF">2024-11-25T09:37:43Z</dcterms:modified>
</cp:coreProperties>
</file>